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9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99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6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8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8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8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74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0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92B1A2A-B180-2983-0033-58B038604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4892041" cy="30767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4200"/>
              <a:t>Vegyestüzelésű kazán vízhőfokának és a kazánház hőmérsékletének mérése.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971F6E0-31B0-CCB3-1680-ADC2315D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892040" cy="12878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hu-HU" sz="1400"/>
              <a:t>ESP32 + Home Assistant + MQTT Integráció</a:t>
            </a:r>
          </a:p>
          <a:p>
            <a:pPr>
              <a:lnSpc>
                <a:spcPct val="120000"/>
              </a:lnSpc>
            </a:pPr>
            <a:r>
              <a:rPr lang="hu-HU" sz="1400"/>
              <a:t>KÉSZÍTETTE: Barna Szilveszter, Bernáth Dávid és Kovács Kornél</a:t>
            </a:r>
          </a:p>
          <a:p>
            <a:pPr>
              <a:lnSpc>
                <a:spcPct val="120000"/>
              </a:lnSpc>
            </a:pPr>
            <a:endParaRPr lang="hu-HU" sz="140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Kép 14" descr="A képen szöveg, képernyőkép, diagram, Tégla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5A0F240-281B-ED0D-5224-304D66518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8" r="1" b="32004"/>
          <a:stretch>
            <a:fillRect/>
          </a:stretch>
        </p:blipFill>
        <p:spPr>
          <a:xfrm>
            <a:off x="6515100" y="1"/>
            <a:ext cx="5676900" cy="3429000"/>
          </a:xfrm>
          <a:prstGeom prst="rect">
            <a:avLst/>
          </a:prstGeom>
        </p:spPr>
      </p:pic>
      <p:pic>
        <p:nvPicPr>
          <p:cNvPr id="14" name="Picture 3" descr="A kék és rózsaszín">
            <a:extLst>
              <a:ext uri="{FF2B5EF4-FFF2-40B4-BE49-F238E27FC236}">
                <a16:creationId xmlns:a16="http://schemas.microsoft.com/office/drawing/2014/main" id="{A47149E2-A376-3EB3-212A-68ED9165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8" r="2637"/>
          <a:stretch>
            <a:fillRect/>
          </a:stretch>
        </p:blipFill>
        <p:spPr>
          <a:xfrm>
            <a:off x="6515100" y="3429000"/>
            <a:ext cx="5676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42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FFEE187-A000-A69D-7A80-C7C739A1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 fontScale="90000"/>
          </a:bodyPr>
          <a:lstStyle/>
          <a:p>
            <a:r>
              <a:rPr lang="hu-HU" sz="3600" dirty="0"/>
              <a:t>Szükséges szoftver és hardver komponensek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6A4A222-4578-9AF1-7A6C-F0F17C6D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r>
              <a:rPr lang="en-US" dirty="0"/>
              <a:t>Home Assistant OS: </a:t>
            </a:r>
            <a:r>
              <a:rPr lang="en-US" dirty="0" err="1"/>
              <a:t>Otthonautomatizálási</a:t>
            </a:r>
            <a:r>
              <a:rPr lang="en-US" dirty="0"/>
              <a:t> </a:t>
            </a:r>
            <a:r>
              <a:rPr lang="en-US" dirty="0" err="1"/>
              <a:t>operációs</a:t>
            </a:r>
            <a:r>
              <a:rPr lang="en-US" dirty="0"/>
              <a:t> ren</a:t>
            </a:r>
            <a:r>
              <a:rPr lang="hu-HU" dirty="0"/>
              <a:t>d</a:t>
            </a:r>
            <a:r>
              <a:rPr lang="en-US" dirty="0" err="1"/>
              <a:t>szer</a:t>
            </a:r>
            <a:endParaRPr lang="en-US" dirty="0"/>
          </a:p>
          <a:p>
            <a:r>
              <a:rPr lang="en-US" dirty="0" err="1"/>
              <a:t>Mosquitto</a:t>
            </a:r>
            <a:r>
              <a:rPr lang="en-US" dirty="0"/>
              <a:t> broker: MQTT </a:t>
            </a:r>
            <a:r>
              <a:rPr lang="en-US" dirty="0" err="1"/>
              <a:t>szerver</a:t>
            </a:r>
            <a:r>
              <a:rPr lang="en-US" dirty="0"/>
              <a:t> (add-on </a:t>
            </a:r>
            <a:r>
              <a:rPr lang="en-US" dirty="0" err="1"/>
              <a:t>formájában</a:t>
            </a:r>
            <a:r>
              <a:rPr lang="en-US" dirty="0"/>
              <a:t>)</a:t>
            </a:r>
          </a:p>
          <a:p>
            <a:r>
              <a:rPr lang="en-US" dirty="0"/>
              <a:t>Arduino IDE: ESP32 </a:t>
            </a:r>
            <a:r>
              <a:rPr lang="en-US" dirty="0" err="1"/>
              <a:t>programozási</a:t>
            </a:r>
            <a:r>
              <a:rPr lang="en-US" dirty="0"/>
              <a:t> </a:t>
            </a:r>
            <a:r>
              <a:rPr lang="en-US" dirty="0" err="1"/>
              <a:t>környezet</a:t>
            </a:r>
            <a:endParaRPr lang="en-US" dirty="0"/>
          </a:p>
          <a:p>
            <a:r>
              <a:rPr lang="en-US" dirty="0" err="1"/>
              <a:t>PubSubClient</a:t>
            </a:r>
            <a:r>
              <a:rPr lang="en-US" dirty="0"/>
              <a:t>: MQTT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könyvtár</a:t>
            </a:r>
            <a:endParaRPr lang="en-US" dirty="0"/>
          </a:p>
          <a:p>
            <a:endParaRPr lang="en-US" dirty="0"/>
          </a:p>
        </p:txBody>
      </p:sp>
      <p:pic>
        <p:nvPicPr>
          <p:cNvPr id="6" name="Tartalom helye 5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3E3F1C2-5EC6-29F0-D24E-4E199FFAC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80" b="-3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72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8CCB9EA-B22A-70E9-4DDE-39776852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4324" y="1346254"/>
            <a:ext cx="3143343" cy="25207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EESP-32D bekötése</a:t>
            </a:r>
          </a:p>
        </p:txBody>
      </p:sp>
      <p:pic>
        <p:nvPicPr>
          <p:cNvPr id="7" name="Kép 6" descr="A képen Elektromos vezetékek, összekötő, Hőre zsugorodó csövek, elektron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DE9684C-A652-DA82-919A-854AE8F0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4536" y="1904288"/>
            <a:ext cx="4178808" cy="3134106"/>
          </a:xfrm>
          <a:prstGeom prst="rect">
            <a:avLst/>
          </a:prstGeom>
        </p:spPr>
      </p:pic>
      <p:pic>
        <p:nvPicPr>
          <p:cNvPr id="5" name="Kép 4" descr="A képen elektronika, Elektrontechnika, Áramköri elem, Elektronikus alkatrés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42E57D0-EBA6-B263-DFDA-37F6E13BD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8" r="30711" b="-2"/>
          <a:stretch>
            <a:fillRect/>
          </a:stretch>
        </p:blipFill>
        <p:spPr>
          <a:xfrm rot="5400000">
            <a:off x="4608970" y="1843709"/>
            <a:ext cx="2612453" cy="32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9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B691AF-6076-8D9E-D523-02DF83EB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" y="1371600"/>
            <a:ext cx="3433865" cy="2057399"/>
          </a:xfrm>
        </p:spPr>
        <p:txBody>
          <a:bodyPr>
            <a:normAutofit/>
          </a:bodyPr>
          <a:lstStyle/>
          <a:p>
            <a:r>
              <a:rPr lang="hu-HU" dirty="0" err="1"/>
              <a:t>Arduino</a:t>
            </a:r>
            <a:r>
              <a:rPr lang="hu-HU" dirty="0"/>
              <a:t> IDE EESP32 kód</a:t>
            </a:r>
            <a:br>
              <a:rPr lang="hu-HU" dirty="0"/>
            </a:br>
            <a:r>
              <a:rPr lang="hu-HU" dirty="0"/>
              <a:t>part 1</a:t>
            </a:r>
          </a:p>
        </p:txBody>
      </p:sp>
      <p:pic>
        <p:nvPicPr>
          <p:cNvPr id="11" name="Kép 10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706C560-FC6F-B1C5-02C5-FF999B9B7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19" y="685800"/>
            <a:ext cx="877823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6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5431-E0E0-3393-56F0-DC2CFDB9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9B18C9-C07B-B796-1E0D-8C82A69F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" y="1371600"/>
            <a:ext cx="3433865" cy="2057399"/>
          </a:xfrm>
        </p:spPr>
        <p:txBody>
          <a:bodyPr>
            <a:normAutofit/>
          </a:bodyPr>
          <a:lstStyle/>
          <a:p>
            <a:r>
              <a:rPr lang="hu-HU" dirty="0" err="1"/>
              <a:t>Arduino</a:t>
            </a:r>
            <a:r>
              <a:rPr lang="hu-HU" dirty="0"/>
              <a:t> IDE EESP32 kód</a:t>
            </a:r>
            <a:br>
              <a:rPr lang="hu-HU" dirty="0"/>
            </a:br>
            <a:r>
              <a:rPr lang="hu-HU" dirty="0"/>
              <a:t>part 2</a:t>
            </a:r>
          </a:p>
        </p:txBody>
      </p:sp>
      <p:pic>
        <p:nvPicPr>
          <p:cNvPr id="4" name="Kép 3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4A28B63-D84F-E44D-091D-5A194EC4C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17" y="637160"/>
            <a:ext cx="8933883" cy="558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2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0ED1D-85F6-136D-D253-11A6A32F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34233A-D03E-5E1A-D57E-BAAB4CE8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" y="1371600"/>
            <a:ext cx="3433865" cy="2057399"/>
          </a:xfrm>
        </p:spPr>
        <p:txBody>
          <a:bodyPr>
            <a:normAutofit/>
          </a:bodyPr>
          <a:lstStyle/>
          <a:p>
            <a:r>
              <a:rPr lang="hu-HU" dirty="0" err="1"/>
              <a:t>Arduino</a:t>
            </a:r>
            <a:r>
              <a:rPr lang="hu-HU" dirty="0"/>
              <a:t> IDE EESP32 kód</a:t>
            </a:r>
            <a:br>
              <a:rPr lang="hu-HU" dirty="0"/>
            </a:br>
            <a:r>
              <a:rPr lang="hu-HU" dirty="0"/>
              <a:t>part 3</a:t>
            </a:r>
          </a:p>
        </p:txBody>
      </p:sp>
      <p:pic>
        <p:nvPicPr>
          <p:cNvPr id="4" name="Kép 3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0CA3E27-440B-CAE2-90E0-40DA87F69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83" y="628244"/>
            <a:ext cx="8962417" cy="560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17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7B21-F646-A0A5-16DE-E4722368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7ED5A8-61D0-B031-9A3F-F64FF90F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" y="1371600"/>
            <a:ext cx="3433865" cy="2057399"/>
          </a:xfrm>
        </p:spPr>
        <p:txBody>
          <a:bodyPr>
            <a:normAutofit/>
          </a:bodyPr>
          <a:lstStyle/>
          <a:p>
            <a:r>
              <a:rPr lang="hu-HU" dirty="0" err="1"/>
              <a:t>Arduino</a:t>
            </a:r>
            <a:r>
              <a:rPr lang="hu-HU" dirty="0"/>
              <a:t> IDE EESP32 kód</a:t>
            </a:r>
            <a:br>
              <a:rPr lang="hu-HU" dirty="0"/>
            </a:br>
            <a:r>
              <a:rPr lang="hu-HU" dirty="0"/>
              <a:t>part 4</a:t>
            </a:r>
          </a:p>
        </p:txBody>
      </p:sp>
      <p:pic>
        <p:nvPicPr>
          <p:cNvPr id="4" name="Kép 3" descr="A képen szöveg, képernyőkép, Multimédiás szoftver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9D1BE95-9730-6F1C-C04A-A549FAF85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17" y="637160"/>
            <a:ext cx="8933883" cy="558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3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F86C2D-C6E1-4F26-037D-C58E61703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1234440"/>
            <a:ext cx="5212080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b="1" dirty="0" err="1"/>
              <a:t>Mosquitto</a:t>
            </a:r>
            <a:r>
              <a:rPr lang="hu-HU" b="1" dirty="0"/>
              <a:t> Add-</a:t>
            </a:r>
            <a:r>
              <a:rPr lang="hu-HU" b="1" dirty="0" err="1"/>
              <a:t>on</a:t>
            </a:r>
            <a:r>
              <a:rPr lang="hu-HU" b="1" dirty="0"/>
              <a:t> Telepítése:</a:t>
            </a:r>
          </a:p>
          <a:p>
            <a:r>
              <a:rPr lang="hu-HU" dirty="0"/>
              <a:t>1.	Nyissuk meg a Home Assistant webes felületét</a:t>
            </a:r>
          </a:p>
          <a:p>
            <a:r>
              <a:rPr lang="hu-HU" dirty="0"/>
              <a:t>2.	Menjünk a Beállítások &gt; Kiegészítők &gt; Kiegészítő bolt menübe</a:t>
            </a:r>
          </a:p>
          <a:p>
            <a:r>
              <a:rPr lang="hu-HU" dirty="0"/>
              <a:t>3.	</a:t>
            </a:r>
            <a:r>
              <a:rPr lang="hu-HU" dirty="0" err="1"/>
              <a:t>Keresük</a:t>
            </a:r>
            <a:r>
              <a:rPr lang="hu-HU" dirty="0"/>
              <a:t> ezt: </a:t>
            </a:r>
            <a:r>
              <a:rPr lang="hu-HU" dirty="0" err="1"/>
              <a:t>mosquitto</a:t>
            </a:r>
            <a:endParaRPr lang="hu-HU" dirty="0"/>
          </a:p>
          <a:p>
            <a:r>
              <a:rPr lang="hu-HU" dirty="0"/>
              <a:t>4.	Válasszuk ki ezt: </a:t>
            </a:r>
            <a:r>
              <a:rPr lang="hu-HU" dirty="0" err="1"/>
              <a:t>Mosquitto</a:t>
            </a:r>
            <a:r>
              <a:rPr lang="hu-HU" dirty="0"/>
              <a:t> </a:t>
            </a:r>
            <a:r>
              <a:rPr lang="hu-HU" dirty="0" err="1"/>
              <a:t>broker</a:t>
            </a:r>
            <a:r>
              <a:rPr lang="hu-HU" dirty="0"/>
              <a:t> (az első)</a:t>
            </a:r>
          </a:p>
          <a:p>
            <a:r>
              <a:rPr lang="hu-HU" dirty="0"/>
              <a:t>5.	Kattintsunk az Telepítés gombra</a:t>
            </a:r>
          </a:p>
          <a:p>
            <a:r>
              <a:rPr lang="hu-HU" dirty="0"/>
              <a:t>6.	Várjuk meg, hogy befejeződik</a:t>
            </a:r>
          </a:p>
          <a:p>
            <a:r>
              <a:rPr lang="hu-HU" dirty="0"/>
              <a:t>7.	Kapcsoljuk be: kattintsunk az Indítás gombra</a:t>
            </a:r>
          </a:p>
          <a:p>
            <a:r>
              <a:rPr lang="hu-HU" dirty="0"/>
              <a:t>8.	Pipáljuk be az Indítás rendszerrel opciót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30B15D4-EC7A-F996-96B4-9F81AAD0A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234440"/>
            <a:ext cx="5212080" cy="49651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b="1" dirty="0"/>
              <a:t>MQTT Felhasználó Létrehozása:</a:t>
            </a:r>
          </a:p>
          <a:p>
            <a:r>
              <a:rPr lang="hu-HU" dirty="0"/>
              <a:t>1.	Home Assistant: Beállítások &gt; Személyek &gt; Felhasználók</a:t>
            </a:r>
          </a:p>
          <a:p>
            <a:r>
              <a:rPr lang="hu-HU" dirty="0"/>
              <a:t>2.	Kattintsunk az Felhasználó hozzáadása gombra</a:t>
            </a:r>
          </a:p>
          <a:p>
            <a:r>
              <a:rPr lang="hu-HU" dirty="0"/>
              <a:t>3.	Kitöltés:</a:t>
            </a:r>
          </a:p>
          <a:p>
            <a:r>
              <a:rPr lang="hu-HU" dirty="0"/>
              <a:t>•	Név: MQTT ESP32 (tetszőleges)</a:t>
            </a:r>
          </a:p>
          <a:p>
            <a:r>
              <a:rPr lang="hu-HU" dirty="0"/>
              <a:t>•	Felhasználónév: esp32mqtt</a:t>
            </a:r>
          </a:p>
          <a:p>
            <a:r>
              <a:rPr lang="hu-HU" dirty="0"/>
              <a:t>•	Jelszó: esp32mqtt (vagy másik)</a:t>
            </a:r>
          </a:p>
          <a:p>
            <a:r>
              <a:rPr lang="hu-HU" dirty="0"/>
              <a:t>•	Bejelentkezhet:  (pipa)</a:t>
            </a:r>
          </a:p>
          <a:p>
            <a:r>
              <a:rPr lang="hu-HU" dirty="0"/>
              <a:t>•	</a:t>
            </a:r>
            <a:r>
              <a:rPr lang="hu-HU" dirty="0" err="1"/>
              <a:t>Admin</a:t>
            </a:r>
            <a:r>
              <a:rPr lang="hu-HU" dirty="0"/>
              <a:t>:  (nincs pipa)</a:t>
            </a:r>
          </a:p>
          <a:p>
            <a:r>
              <a:rPr lang="hu-HU" dirty="0"/>
              <a:t>4.	Kattintsunk a Létrehozás gombra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25313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F3A630-F35A-A6D8-0F3D-0C7D95B3A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1115568"/>
            <a:ext cx="5212080" cy="50840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u-HU" b="1" dirty="0"/>
              <a:t>MQTT Integráció Hozzáadása:</a:t>
            </a:r>
          </a:p>
          <a:p>
            <a:r>
              <a:rPr lang="hu-HU" dirty="0"/>
              <a:t>1.	Beállítások &gt; Eszközök és szolgáltatások</a:t>
            </a:r>
          </a:p>
          <a:p>
            <a:r>
              <a:rPr lang="hu-HU" dirty="0"/>
              <a:t>2.	Jobb alsó sarokban: + Integráció hozzáadása gomb</a:t>
            </a:r>
          </a:p>
          <a:p>
            <a:r>
              <a:rPr lang="hu-HU" dirty="0"/>
              <a:t>3.	Keressük meg ezt: MQTT</a:t>
            </a:r>
          </a:p>
          <a:p>
            <a:r>
              <a:rPr lang="hu-HU" dirty="0"/>
              <a:t>4.	A varázsló automatikusan kitölti:</a:t>
            </a:r>
          </a:p>
          <a:p>
            <a:pPr marL="0" indent="0">
              <a:buNone/>
            </a:pPr>
            <a:r>
              <a:rPr lang="hu-HU" dirty="0"/>
              <a:t>•	</a:t>
            </a:r>
            <a:r>
              <a:rPr lang="hu-HU" dirty="0" err="1"/>
              <a:t>Broker</a:t>
            </a:r>
            <a:r>
              <a:rPr lang="hu-HU" dirty="0"/>
              <a:t>: </a:t>
            </a:r>
            <a:r>
              <a:rPr lang="hu-HU" dirty="0" err="1"/>
              <a:t>core-mosquitto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•	Port: 1883</a:t>
            </a:r>
          </a:p>
          <a:p>
            <a:r>
              <a:rPr lang="hu-HU" dirty="0"/>
              <a:t>5.	Kattintsunk a Küldés gombra</a:t>
            </a:r>
          </a:p>
          <a:p>
            <a:r>
              <a:rPr lang="hu-HU" dirty="0"/>
              <a:t>6.	Befejezés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AA5F49C-02C9-DD58-6F06-4B762F9AE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338328"/>
            <a:ext cx="5212080" cy="4590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u-HU" b="1" dirty="0"/>
              <a:t>Szenzorok felvétele:</a:t>
            </a:r>
          </a:p>
          <a:p>
            <a:r>
              <a:rPr lang="hu-HU" dirty="0"/>
              <a:t>1.	Beállítások &gt; Kiegészítők &gt; Kiegészítő bolt</a:t>
            </a:r>
          </a:p>
          <a:p>
            <a:r>
              <a:rPr lang="hu-HU" dirty="0"/>
              <a:t>2.	Keressük meg ezt: file editor</a:t>
            </a:r>
          </a:p>
          <a:p>
            <a:r>
              <a:rPr lang="hu-HU" dirty="0"/>
              <a:t>3.	Telepítés és indítás</a:t>
            </a:r>
          </a:p>
          <a:p>
            <a:r>
              <a:rPr lang="hu-HU" dirty="0"/>
              <a:t>4.	Ha sikeresen települt a bal oldali menüben megjelenik a File editor ikon</a:t>
            </a:r>
          </a:p>
          <a:p>
            <a:r>
              <a:rPr lang="hu-HU" dirty="0" err="1"/>
              <a:t>configuration.yaml</a:t>
            </a:r>
            <a:r>
              <a:rPr lang="hu-HU" dirty="0"/>
              <a:t> Szerkesztése</a:t>
            </a:r>
          </a:p>
          <a:p>
            <a:r>
              <a:rPr lang="hu-HU" dirty="0"/>
              <a:t>1.	A File editorban nyissuk meg ezt: </a:t>
            </a:r>
            <a:r>
              <a:rPr lang="hu-HU" dirty="0" err="1"/>
              <a:t>configuration.yaml</a:t>
            </a:r>
            <a:endParaRPr lang="hu-HU" dirty="0"/>
          </a:p>
          <a:p>
            <a:r>
              <a:rPr lang="hu-HU" dirty="0"/>
              <a:t>2.	Menjünk a fájl végére</a:t>
            </a:r>
          </a:p>
          <a:p>
            <a:r>
              <a:rPr lang="hu-HU" dirty="0"/>
              <a:t>3.	Adjuk hozzá az alábbiakat (vigyázzunk az </a:t>
            </a:r>
            <a:r>
              <a:rPr lang="hu-HU" dirty="0" err="1"/>
              <a:t>indentálásra</a:t>
            </a:r>
            <a:r>
              <a:rPr lang="hu-HU" dirty="0"/>
              <a:t>!)</a:t>
            </a:r>
          </a:p>
          <a:p>
            <a:r>
              <a:rPr lang="hu-HU" dirty="0"/>
              <a:t>4. Kód beírása</a:t>
            </a:r>
          </a:p>
          <a:p>
            <a:r>
              <a:rPr lang="hu-HU" dirty="0"/>
              <a:t>5. Beállítások &gt; Rendszer &gt; Újraindítás</a:t>
            </a:r>
          </a:p>
          <a:p>
            <a:endParaRPr lang="hu-HU" dirty="0"/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8" name="Kép 7" descr="A képen szöveg, képernyőkép, Betűtípus, dokumentu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4CDE55E-BFD3-6788-30E3-21C45677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2" y="4525993"/>
            <a:ext cx="4096322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4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Kép 9" descr="A képen képernyőkép, szöveg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41E10D9-3CB9-B0E5-0E56-7699CC001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01" r="1799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0C1FED7-3826-5463-5E7D-F44FE0C2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070" y="3781425"/>
            <a:ext cx="5756005" cy="274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Home Assistant </a:t>
            </a:r>
            <a:r>
              <a:rPr lang="en-US" sz="5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konfiguráció</a:t>
            </a:r>
            <a:endParaRPr lang="en-US" sz="5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203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395</Words>
  <Application>Microsoft Office PowerPoint</Application>
  <PresentationFormat>Szélesvásznú</PresentationFormat>
  <Paragraphs>54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Vegyestüzelésű kazán vízhőfokának és a kazánház hőmérsékletének mérése.</vt:lpstr>
      <vt:lpstr>Szükséges szoftver és hardver komponensek</vt:lpstr>
      <vt:lpstr>EESP-32D bekötése</vt:lpstr>
      <vt:lpstr>Arduino IDE EESP32 kód part 1</vt:lpstr>
      <vt:lpstr>Arduino IDE EESP32 kód part 2</vt:lpstr>
      <vt:lpstr>Arduino IDE EESP32 kód part 3</vt:lpstr>
      <vt:lpstr>Arduino IDE EESP32 kód part 4</vt:lpstr>
      <vt:lpstr>PowerPoint-bemutató</vt:lpstr>
      <vt:lpstr>PowerPoint-bemutató</vt:lpstr>
      <vt:lpstr>Home Assistant konfiguráció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Kovács Kornél</dc:creator>
  <cp:lastModifiedBy>Kovács Kornél</cp:lastModifiedBy>
  <cp:revision>8</cp:revision>
  <dcterms:created xsi:type="dcterms:W3CDTF">2025-12-08T21:43:53Z</dcterms:created>
  <dcterms:modified xsi:type="dcterms:W3CDTF">2025-12-08T22:31:32Z</dcterms:modified>
</cp:coreProperties>
</file>